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2F5FC"/>
                </a:solidFill>
              </a:rPr>
              <a:t>ShelfSense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DC6D6"/>
                </a:solidFill>
              </a:rPr>
              <a:t>Autonomous Retail Video Agent that detects customer friction, explains root causes, and self-optimizes via Braintrust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C2A8"/>
                </a:solidFill>
              </a:rPr>
              <a:t>Hackathon MVP | Privacy-first autonomous retail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Retail staff cannot monitor every aisle continuously.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Customers disengage when they face confusion, long dwell, or checkout friction.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Most systems stop at detection; they do not close the loop with autonomous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Opportunity: convert passive CCTV into an autonomous operations layer with measurable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What ShelfSense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Detects assistance candidates from video in real time (dwell + low motion + zone context).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Generates actionable alerts and macro root-cause recommendations.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Evaluates every decision using Braintrust and updates policy thresholds automatically.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Privacy-first by design: no face recognition, no identity storage.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Outcome: fewer missed assists, fewer false alerts, faster operational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Perception: YOLO + tracking + zone intelligence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Decision Agent: Gemini micro-decision per event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RCI Agent: clustered macro recommendations per zone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Braintrust: scoring, schema checks, safety penalties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Optimizer: updates dwell/confidence policy from eval trends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Dashboard + Voice: live operations visibility and optional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Input Video -&gt; Perception -&gt; Decision -&gt; RCI -&gt; Braintrust Eval -&gt; Optimizer -&gt; Updated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Safety + Privacy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No facial recognition, no emotion detection, no demographic inference.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Only temporary tracker IDs; stale person state is purged automatically.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Braintrust safety checks penalize forbidden identity/emotion content.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Only aggregate logs and event records are persisted.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Designed for practical deployment with low privacy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How Braintrust Drives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Each decision/RCI record is scored with proxies + penalties.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Score breakdown: overall_raw, normalized overall (0..1), spam, abandon, validation penalties.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Optimizer pulls recent Braintrust eval trend and adjusts thresholds.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Policy version increments and change reasons are logged for auditability.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Braintrust is judge-only: no alerts, no threshold updates, no frame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Demo KPIs To Show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743200" cy="3474720"/>
          </a:xfrm>
          <a:prstGeom prst="rect">
            <a:avLst/>
          </a:prstGeom>
          <a:solidFill>
            <a:srgbClr val="1C2840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2F5FC"/>
                </a:solidFill>
              </a:defRPr>
            </a:pPr>
            <a:r>
              <a:t>Alert Precision Proxy</a:t>
            </a:r>
          </a:p>
          <a:p>
            <a:pPr>
              <a:defRPr sz="1600">
                <a:solidFill>
                  <a:srgbClr val="BDC6D6"/>
                </a:solidFill>
              </a:defRPr>
            </a:pPr>
            <a:r>
              <a:t>fewer spam alerts after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40" y="1828800"/>
            <a:ext cx="2743200" cy="3474720"/>
          </a:xfrm>
          <a:prstGeom prst="rect">
            <a:avLst/>
          </a:prstGeom>
          <a:solidFill>
            <a:srgbClr val="1C2840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2F5FC"/>
                </a:solidFill>
              </a:defRPr>
            </a:pPr>
            <a:r>
              <a:t>Avg Eval Score (0..1)</a:t>
            </a:r>
          </a:p>
          <a:p>
            <a:pPr>
              <a:defRPr sz="1600">
                <a:solidFill>
                  <a:srgbClr val="BDC6D6"/>
                </a:solidFill>
              </a:defRPr>
            </a:pPr>
            <a:r>
              <a:t>trend up in dashboard + Braintrust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828800"/>
            <a:ext cx="2743200" cy="3474720"/>
          </a:xfrm>
          <a:prstGeom prst="rect">
            <a:avLst/>
          </a:prstGeom>
          <a:solidFill>
            <a:srgbClr val="1C2840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2F5FC"/>
                </a:solidFill>
              </a:defRPr>
            </a:pPr>
            <a:r>
              <a:t>Policy Version</a:t>
            </a:r>
          </a:p>
          <a:p>
            <a:pPr>
              <a:defRPr sz="1600">
                <a:solidFill>
                  <a:srgbClr val="BDC6D6"/>
                </a:solidFill>
              </a:defRPr>
            </a:pPr>
            <a:r>
              <a:t>increments with threshold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28800"/>
            <a:ext cx="2743200" cy="3474720"/>
          </a:xfrm>
          <a:prstGeom prst="rect">
            <a:avLst/>
          </a:prstGeom>
          <a:solidFill>
            <a:srgbClr val="1C2840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2F5FC"/>
                </a:solidFill>
              </a:defRPr>
            </a:pPr>
            <a:r>
              <a:t>RCI Recommendations</a:t>
            </a:r>
          </a:p>
          <a:p>
            <a:pPr>
              <a:defRPr sz="1600">
                <a:solidFill>
                  <a:srgbClr val="BDC6D6"/>
                </a:solidFill>
              </a:defRPr>
            </a:pPr>
            <a:r>
              <a:t>zone-level root cause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Live Demo Script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1) Run pipeline on sample video and show live alerts appearing.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2) Open dashboard: alerts, RCI panel, policy, eval metrics.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3) Show Braintrust experiment traces and score breakdown.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4) Re-run same scenario and show policy version + threshold changes.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5) Compare before/after alert quality trend.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Optional: enable Modulate voice for operational alert playback.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Increase assisted conversions in high-friction aisles.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Reduce alert fatigue by optimizing precision over time.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Shorten time-to-insight for recurring operational issues.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Deploy quickly on existing camera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ShelfSense turns store video into autonomous, measurable operational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5FC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06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ShelfSense AI: from detection to decision to self-optimization.</a:t>
            </a:r>
          </a:p>
          <a:p>
            <a:pPr>
              <a:spcAft>
                <a:spcPts val="1200"/>
              </a:spcAft>
              <a:defRPr sz="2200">
                <a:solidFill>
                  <a:srgbClr val="F2F5FC"/>
                </a:solidFill>
              </a:defRPr>
            </a:pPr>
            <a:r>
              <a:t>Ready for pilot: single store -&gt; multi-store rollout.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645920"/>
            <a:ext cx="2926080" cy="4389120"/>
          </a:xfrm>
          <a:prstGeom prst="rect">
            <a:avLst/>
          </a:prstGeom>
          <a:solidFill>
            <a:srgbClr val="1C2840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DC6D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